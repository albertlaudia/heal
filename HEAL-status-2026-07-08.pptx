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E6F47"/>
              </a:solidFill>
              <a:effectLst/>
            </c:spPr>
          </c:dPt>
          <c:dPt>
            <c:idx val="1"/>
            <c:bubble3D val="0"/>
            <c:spPr>
              <a:solidFill>
                <a:srgbClr val="B8975A"/>
              </a:solidFill>
              <a:effectLst/>
            </c:spPr>
          </c:dPt>
          <c:dPt>
            <c:idx val="2"/>
            <c:bubble3D val="0"/>
            <c:spPr>
              <a:solidFill>
                <a:srgbClr val="6B4D3F"/>
              </a:solidFill>
              <a:effectLst/>
            </c:spPr>
          </c:dPt>
          <c:dPt>
            <c:idx val="3"/>
            <c:bubble3D val="0"/>
            <c:spPr>
              <a:solidFill>
                <a:srgbClr val="A23636"/>
              </a:solidFill>
              <a:effectLst/>
            </c:spPr>
          </c:dPt>
          <c:dPt>
            <c:idx val="4"/>
            <c:bubble3D val="0"/>
            <c:spPr>
              <a:solidFill>
                <a:srgbClr val="4A6B5E"/>
              </a:solidFill>
              <a:effectLst/>
            </c:spPr>
          </c:dPt>
          <c:dPt>
            <c:idx val="5"/>
            <c:bubble3D val="0"/>
            <c:spPr>
              <a:solidFill>
                <a:srgbClr val="C8884A"/>
              </a:solidFill>
              <a:effectLst/>
            </c:spPr>
          </c:dPt>
          <c:dPt>
            <c:idx val="6"/>
            <c:bubble3D val="0"/>
            <c:spPr>
              <a:solidFill>
                <a:srgbClr val="D4B89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Meditations</c:v>
                </c:pt>
                <c:pt idx="1">
                  <c:v>Praise</c:v>
                </c:pt>
                <c:pt idx="2">
                  <c:v>Bible</c:v>
                </c:pt>
                <c:pt idx="3">
                  <c:v>Prayers</c:v>
                </c:pt>
                <c:pt idx="4">
                  <c:v>Quotes</c:v>
                </c:pt>
                <c:pt idx="5">
                  <c:v>Scripture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271</c:v>
                </c:pt>
                <c:pt idx="1">
                  <c:v>124</c:v>
                </c:pt>
                <c:pt idx="2">
                  <c:v>365</c:v>
                </c:pt>
                <c:pt idx="3">
                  <c:v>67</c:v>
                </c:pt>
                <c:pt idx="4">
                  <c:v>60</c:v>
                </c:pt>
                <c:pt idx="5">
                  <c:v>31</c:v>
                </c:pt>
                <c:pt idx="6">
                  <c:v>17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AF3E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PNG (was)</c:v>
                </c:pt>
              </c:strCache>
            </c:strRef>
          </c:tx>
          <c:spPr>
            <a:solidFill>
              <a:srgbClr val="6B4D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begin-again</c:v>
                  </c:pt>
                  <c:pt idx="1">
                    <c:v>the-quiet-before</c:v>
                  </c:pt>
                  <c:pt idx="2">
                    <c:v>the-long-exhale</c:v>
                  </c:pt>
                  <c:pt idx="3">
                    <c:v>attention-at-last</c:v>
                  </c:pt>
                  <c:pt idx="4">
                    <c:v>one-thing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1802894</c:v>
                </c:pt>
                <c:pt idx="1">
                  <c:v>1811504</c:v>
                </c:pt>
                <c:pt idx="2">
                  <c:v>1758180</c:v>
                </c:pt>
                <c:pt idx="3">
                  <c:v>1517699</c:v>
                </c:pt>
                <c:pt idx="4">
                  <c:v>1560122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WebP (now)</c:v>
                </c:pt>
              </c:strCache>
            </c:strRef>
          </c:tx>
          <c:spPr>
            <a:solidFill>
              <a:srgbClr val="B897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begin-again</c:v>
                  </c:pt>
                  <c:pt idx="1">
                    <c:v>the-quiet-before</c:v>
                  </c:pt>
                  <c:pt idx="2">
                    <c:v>the-long-exhale</c:v>
                  </c:pt>
                  <c:pt idx="3">
                    <c:v>attention-at-last</c:v>
                  </c:pt>
                  <c:pt idx="4">
                    <c:v>one-thing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127596</c:v>
                </c:pt>
                <c:pt idx="1">
                  <c:v>131592</c:v>
                </c:pt>
                <c:pt idx="2">
                  <c:v>113210</c:v>
                </c:pt>
                <c:pt idx="3">
                  <c:v>53080</c:v>
                </c:pt>
                <c:pt idx="4">
                  <c:v>51504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4D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B89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4D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AF3E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810"/>
          </a:solidFill>
          <a:ln w="12700">
            <a:solidFill>
              <a:srgbClr val="2D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 · STATUS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Architecture &amp; Tasks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snapshot + 5 fixes that can't wait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2026-07-08  ·  github.com/albertlaudia/HEAL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4892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quiet practice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640080"/>
          </a:xfrm>
          <a:prstGeom prst="rect">
            <a:avLst/>
          </a:prstGeom>
          <a:solidFill>
            <a:srgbClr val="F5E6D3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78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heal.positiveness.club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207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640080"/>
          </a:xfrm>
          <a:prstGeom prst="rect">
            <a:avLst/>
          </a:prstGeom>
          <a:solidFill>
            <a:srgbClr val="F5E6D3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51560"/>
            <a:ext cx="54864" cy="640080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078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healf.positiveness.club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207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640080"/>
          </a:xfrm>
          <a:prstGeom prst="rect">
            <a:avLst/>
          </a:prstGeom>
          <a:solidFill>
            <a:srgbClr val="F5E6D3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51560"/>
            <a:ext cx="54864" cy="640080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078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1207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landed today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77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shelf plays directly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Meditation, Praise, Scripture, Prayer, Reflection, World tiles all auto-route to today's pick and start audio on tap. No more detail-page roundtrips.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228600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286000"/>
            <a:ext cx="54864" cy="10972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77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Bible-in-a-Year shipped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 readings seeded in PB. Generator cron fires daily. New home hero card, /bible program page, full progress tracking. Live now.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11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image optimization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310/312 illustrations converted PNG -&gt; WebP. Savings: 483 MB (91%). CDN serves illustrations in ~150KB each instead of ~1.7MB.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52044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520440"/>
            <a:ext cx="54864" cy="10972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611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activity tracker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54880" y="39319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tap, play, page-open is recorded locally. No remote sink. Powers future recommendation + streak integration + abandonment detection.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layers · 2 sites · 1 data store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54864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solidFill>
            <a:srgbClr val="2D1810"/>
          </a:solidFill>
          <a:ln w="12700">
            <a:solidFill>
              <a:srgbClr val="2D18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(App Router) + TypeScript strict + Tailwind 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pages  ·  22 API routes  ·  sitemap + dynamic OG  ·  9.4K LoC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6B4D3F"/>
          </a:solidFill>
          <a:ln w="12700">
            <a:solidFill>
              <a:srgbClr val="6B4D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3.29.3 (Dart 3.5) + Riverpod 6 + audioplayers 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feature modules  ·  7 services  ·  34 Dart files  ·  11.4K LoC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PocketBase on Dokploy, SQLite backend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collections  ·  935+ records  ·  CF-fronted  ·  HealApp/1.0 UA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325880"/>
            <a:ext cx="1920240" cy="914400"/>
          </a:xfrm>
          <a:prstGeom prst="rect">
            <a:avLst/>
          </a:prstGeom>
          <a:solidFill>
            <a:srgbClr val="FAF3E7">
              <a:alpha val="0"/>
            </a:srgbClr>
          </a:solidFill>
          <a:ln w="12700">
            <a:solidFill>
              <a:srgbClr val="2D18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/ read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ON ONE VPS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Contabo · 84.247.174.141  ·  Docker Swarm  ·  Traefik 3.6.7  ·  Dokploy orchestration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Inventory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PocketBase  ·  11 collections  ·  935+ records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54864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0" y="12801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904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17904"/>
            <a:ext cx="4023360" cy="18288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577340"/>
            <a:ext cx="4023360" cy="192024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002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HEAL_bible_readings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79476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  ★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17922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HEAL_meditations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94760" y="17922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1961388"/>
            <a:ext cx="4023360" cy="192024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19842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HEAL_praise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94760" y="19842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21762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HEAL_prayers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94760" y="21762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345436"/>
            <a:ext cx="4023360" cy="192024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23682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HEAL_quotes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94760" y="23682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2560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HEAL_scriptures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794760" y="2560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729484"/>
            <a:ext cx="4023360" cy="192024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75234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HEAL_world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794760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29443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HEAL_breathwork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794760" y="29443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113532"/>
            <a:ext cx="4023360" cy="192024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31363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HEAL_essays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794760" y="31363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920" y="33284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HEAL_pages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794760" y="33284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3497580"/>
            <a:ext cx="4023360" cy="192024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35204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HEAL_bible_progress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794760" y="35204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Bible-in-a-Year: 365 daily readings  (minted this session)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CDN: Image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-&gt; WebP conversion  ·  91% size reduction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54864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483 MB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on CDN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311/312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3756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illustrations converted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reduction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Per-image savings (bytes)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3017520"/>
          <a:ext cx="82296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Stuck: 2 praise files (FTP host anti-abuse limit). 200/200 meditation + 110/112 praise.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problems that can't wait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137160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card  ·  ordered by urgency  ·  risk-rated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Exposed Secrets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account takeover blast radius  ·  30 min to remediate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F5E6D3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91440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PAT, Dokploy API key, SmartASP FTP password, PB superuser password, Dokploy SSH key  --  all visible in shell env files since project inception. Any workspace leak = account takeover chain.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54864" cy="169164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workspace file leaks (mistaken gitignore, stolen backup, screen share), attacker has: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GitHub repo write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Dokploy admin (push malicious images)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PB superuser (corrupt all 935 records)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Production SSH root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6974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697480"/>
            <a:ext cx="54864" cy="1691640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(30 min)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Revoke + new PAT  (gh auth refresh)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Dokploy  -  Settings  -  API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SmartASP password  (cPanel)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New SSH key  -  update Dokploy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PB admin  -  rotate password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ignored: account takeover within 1-2 days of any leak.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PocketBase Backups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failure  ·  935 records at risk  ·  1 hour to remediate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F5E6D3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91440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 lives on a single SQLite file.  No cron.  No scheduled cp/rclone.  No B2 replication.  Includes the brand-new 365-day Bible plan, all meditation metadata, all praise tracks, all user progress.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54864" cy="169164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if disk dies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- 271 meditation records gone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- 124 praise tracks gone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- 365-day Bible plan gone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User progress (Bible, streaks) gone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All hand-tuned mappings lost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6974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697480"/>
            <a:ext cx="54864" cy="1691640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(1 hour)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Add /etc/cron.d/pb-backup: 0 */6 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/usr/local/bin/pb_backup.sh: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cd pb_data &amp;&amp; sqlite3 .backup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Push to B2 via rclone cron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Restore drill  -  verify monthly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ignored: irreversible data loss within ~6-12 months.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Web Deploy Friction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 min per release  ·  Traefik 404 risk  ·  2 hours to remediate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F5E6D3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91440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Flutter web release needs SSH + docker build + service update + manual Traefik config (watcher sometimes misses the new container IP). Today, the watcher missed twice. Each fix took 30 min.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54864" cy="169164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Future releases stuck on old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Watcher timeout  -&gt;  404 on the site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Healf goes dark without warning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Mobile web users see stale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Today's bug fixes ship late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69748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697480"/>
            <a:ext cx="54864" cy="1691640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(2 hours)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Add healthcheck to Flutter container: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wget -q -O /dev/ http://localhost/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cron to restart watcher if dead: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*/5 * * * * pgrep -f watcher || restart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Switch to nginx static-spa upstream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 Dokploy (no dynamic YML)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 /var/log capture + 24h alert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ignored: every Flutter change risks 30-min outage + manual fix.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Operational Gaps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block list  +  Unmonitored cron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141732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Praise illustration stuck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075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207568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host (SmarterASP) returns "425 Cannot open data connection" every time, even with retries. 1 of 112 praise illustrations still serve 1.7MB PNG; rest are 150KB WebP. Users see 12x slower load on those 2 cards.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532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53288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tomorrow (likely daily quota). Or migrate to Backblaze B2 (b2 upload-file) which avoids FTP entirely. As stopgap: add &lt;picture&gt; with PNG fallback in Flutter WebP cards.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54864" cy="141732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Daily-world cron silently broken if it ever breaks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630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83080" y="36301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world piece auto-generates at 21:00 UTC = 06:00 WST Australia. Watchdog re-installed this session. But there's NO alerting if cron dies at midnight -- /var/log/heal-world.log isn't monitored.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40873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40873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*/15 cron that checks for any record with slug matching today's date. Send Telegram/Lark alert if missing. Or bake the world creation into the Next.js app (lazy-create if missing).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This Week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next-priority items  ·  each fits in a half-day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69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28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28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Year -&gt; Streak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7282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9842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reading doesn't count toward daily streak. Streak becomes "smoke ritual" if not aligned.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4069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691640"/>
            <a:ext cx="54864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28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728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fade-out missing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17282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19842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cut abruptly at end. Wakes some users in bed on autoplay from morning notifications.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4069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14600"/>
            <a:ext cx="54864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5511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551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search functionality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807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 meditations, 67 prayers, 365 Bible, 31 scriptures, 60 quotes. Power users churn ("where's the grief one?")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514600"/>
            <a:ext cx="4069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514600"/>
            <a:ext cx="54864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511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2551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/scripture route missing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8120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807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shelf now correct. But leftover /scripture links in notifications + emails still 404.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4069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337560"/>
            <a:ext cx="54864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3741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33741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SSH flapping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0" y="33741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36301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connection-refused events today. SSH key rewrites required twice. Future automation can't rely on uptime.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roughly 4 days of work  ·  shipped in one sprint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Security, UX  ·  ranked by impact-per-hour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54864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411480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Cache-Control immutable for WebP/MP3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084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for Flutter web shell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for meditation pages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3474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Opus/AAC preview mp3 per praise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&lt;picture&gt; WebP/PNG fallback on Next.js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279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1280160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1280160"/>
            <a:ext cx="2743200" cy="41148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74720" y="1828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the 5 exposed secrets  (= Tier 1)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084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0" y="2377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CSP header to both sites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74720" y="2926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Rate-limit /api routes via CF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182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0" y="3474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474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PB behind auth proxy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0" y="4023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WAF block list (wp-admin, .git, .env)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0" y="4279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17920" y="1280160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B8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1280160"/>
            <a:ext cx="2743200" cy="41148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355080" y="1828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where you left off (sticky card)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20840" y="2084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55080" y="2377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2084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Share API for Reflection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2084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55080" y="2926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20840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ACTION buttons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20840" y="3182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55080" y="3474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20840" y="3474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Drag-to-dismiss lyrics sheet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2084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55080" y="4023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2084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Reading-progress dots pulse on completion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20840" y="4279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 items ship across ~10 working days.  Most P1 wins take &lt;2 hours each.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state  ·  2026-07-08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54864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776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69480" y="1234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IGNORED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8229600" cy="18288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81912"/>
            <a:ext cx="8229600" cy="438912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64208"/>
            <a:ext cx="777240" cy="256032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64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exposed secrets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 - not rotated since project start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takeover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21408"/>
            <a:ext cx="777240" cy="256032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21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258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 single-instance, no backup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 - all 935 records at risk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69480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loss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496312"/>
            <a:ext cx="8229600" cy="438912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78608"/>
            <a:ext cx="777240" cy="256032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786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host uploads fail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 - 2 praise files stuck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cards 12x slower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777240" cy="256032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35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2588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flapping on VPS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776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 - Contabo-specific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3017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unreliable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410712"/>
            <a:ext cx="8229600" cy="438912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493008"/>
            <a:ext cx="777240" cy="256032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93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2588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dynamic config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776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 - manual reload required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69480" y="3474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400-min deploys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50208"/>
            <a:ext cx="777240" cy="256032"/>
          </a:xfrm>
          <a:prstGeom prst="rect">
            <a:avLst/>
          </a:prstGeom>
          <a:solidFill>
            <a:srgbClr val="4A6B5E"/>
          </a:solidFill>
          <a:ln w="12700">
            <a:solidFill>
              <a:srgbClr val="4A6B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950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258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bot protection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776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  - HealApp/1.0 standardized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D1810"/>
          </a:solidFill>
          <a:ln w="12700">
            <a:solidFill>
              <a:srgbClr val="2D18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HIGH  ·  3 MEDIUM  ·  1 LOW   =   mitigation order: secrets -&gt; backups -&gt; deploy friction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I'll do if you say "go"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54864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463040"/>
          </a:xfrm>
          <a:prstGeom prst="rect">
            <a:avLst/>
          </a:prstGeom>
          <a:solidFill>
            <a:srgbClr val="A23636"/>
          </a:solidFill>
          <a:ln w="12700">
            <a:solidFill>
              <a:srgbClr val="A23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2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MORNING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5 exposed secrets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PB backup cron + B2 push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Flutter deploy watcher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4 hours of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2801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280160"/>
            <a:ext cx="54864" cy="1463040"/>
          </a:xfrm>
          <a:prstGeom prst="rect">
            <a:avLst/>
          </a:prstGeom>
          <a:solidFill>
            <a:srgbClr val="C8884A"/>
          </a:solidFill>
          <a:ln w="12700">
            <a:solidFill>
              <a:srgbClr val="C88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Year -&gt; streak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fade-out (setVolume 2s out-fade)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/scripture redirect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~3 days of 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moves that unlock growth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across all 935 records (Flutter + Next.js, ~3 days)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CDN images to Backblaze B2  (cuts FTP flakiness, faster globally)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 powered by ActivityTracker (already wired)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multi-step  +  accessibility audit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D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headers  +  PB rate-limiting  +  WAF rules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 Platform Status Report 2026-07-08</dc:title>
  <dc:subject>PptxGenJS Presentation</dc:subject>
  <dc:creator>HEAL Status Bot</dc:creator>
  <cp:lastModifiedBy>HEAL Status Bot</cp:lastModifiedBy>
  <cp:revision>1</cp:revision>
  <dcterms:created xsi:type="dcterms:W3CDTF">2026-07-08T02:14:44Z</dcterms:created>
  <dcterms:modified xsi:type="dcterms:W3CDTF">2026-07-08T02:14:44Z</dcterms:modified>
</cp:coreProperties>
</file>